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U12 功能测试六域43用例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测试范围：六域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 Harness 12用例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 事件驱动 5用例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 语义缓存 6用例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 世界模型 3用例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 A2A 3用例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 业务功能 14用例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用例设计方法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等价类/边界值/场景法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正例+反例+异常流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每用例：前置/步骤/预期/实际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缺陷管理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D-01~D-04真实缺陷案例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根因分析→修复→回归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缺陷闭环流程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43/43通过的意义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功能全绿是压测与上线前提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Go/No-Go阶段门禁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不绿不进下一阶段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执行43用例并记录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复现并修复一个缺陷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U12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