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U14 容器化与K8S部署运维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《连锁餐饮智能体工程化项目实战》· 德国双元制项目课程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C0504D"/>
                </a:solidFill>
              </a:defRPr>
            </a:pPr>
            <a:r>
              <a:t>教学路径：理论讲授 → 演示实证 → 实训练习 → 费曼复述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Docker镜像工程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python:3.11-slim基础镜像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CPU代次坑：numpy&lt;2需x86-64-v2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私有镜像仓库mirror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K8S核心资源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Deployment/Service/ConfigMap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滚动更新与回滚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资源limits与探针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部署大坑实录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kubectl set env→Deployment重建→全部镜像回滚！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正确姿势：apply -f yaml / set image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教训沉淀为团队规范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可观测性三件套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Prometheus指标+Grafana看板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Loki日志（OTel Console→Loki，ADR-0012）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OTel GenAI语义约定：gen_ai span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实训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编写yaml部署1个服务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体验一次滚动更新与回滚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费曼5分钟 &amp; 课后任务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费曼：用自己的话把本课最核心的一个概念讲给同学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实训：完成本课实训任务（见任务书）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布鲁姆题：完成分层习题（见09题库）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提交：学习平台 / 课程仓库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U14 · 课后请完成实训任务与费曼输出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