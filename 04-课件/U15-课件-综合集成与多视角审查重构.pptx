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2011680"/>
            <a:ext cx="7680960" cy="12801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1F4E79"/>
                </a:solidFill>
              </a:defRPr>
            </a:pPr>
            <a:r>
              <a:t>U15 综合集成与多视角审查重构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3291840"/>
            <a:ext cx="768096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595959"/>
                </a:solidFill>
              </a:defRPr>
            </a:pPr>
            <a:r>
              <a:t>《连锁餐饮智能体工程化项目实战》· 德国双元制项目课程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2560320"/>
            <a:ext cx="768096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000" b="1">
                <a:solidFill>
                  <a:srgbClr val="C0504D"/>
                </a:solidFill>
              </a:defRPr>
            </a:pPr>
            <a:r>
              <a:t>教学路径：理论讲授 → 演示实证 → 实训练习 → 费曼复述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804672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1F4E79"/>
                </a:solidFill>
              </a:defRPr>
            </a:pPr>
            <a:r>
              <a:t>五视角审查法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371600"/>
            <a:ext cx="768096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• 招标师：合规与承诺边界8.0分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• FDE：可交付性8.5分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• 资深架构师：架构合理性7.0分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• AI教授：技术先进性6.0分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• 高级美工：用户体验6.5分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• 加权总分7.10→重构空间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804672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1F4E79"/>
                </a:solidFill>
              </a:defRPr>
            </a:pPr>
            <a:r>
              <a:t>声明vs落地对照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371600"/>
            <a:ext cx="768096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• 14项技术声明逐项验证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• 世界模型/Harness/MCP/A2A全部落地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• '写出来的都要能演示'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804672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1F4E79"/>
                </a:solidFill>
              </a:defRPr>
            </a:pPr>
            <a:r>
              <a:t>R1-R10重构项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371600"/>
            <a:ext cx="768096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• 语义缓存落地、Harness收口、A2A打通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• 事件预警、World Model仿真、OTel实证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• 每项有验收证据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804672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1F4E79"/>
                </a:solidFill>
              </a:defRPr>
            </a:pPr>
            <a:r>
              <a:t>ADR持续迭代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371600"/>
            <a:ext cx="768096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• ADR-0009 Router不引入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• ADR-0010 Nebula暂不启用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• ADR-0015 Hermes 4/6 vs 1/6保qwen3:8b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804672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1F4E79"/>
                </a:solidFill>
              </a:defRPr>
            </a:pPr>
            <a:r>
              <a:t>实训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371600"/>
            <a:ext cx="768096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• 审查自己项目并输出重构方案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• 至少3条可执行建议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804672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1F4E79"/>
                </a:solidFill>
              </a:defRPr>
            </a:pPr>
            <a:r>
              <a:t>费曼5分钟 &amp; 课后任务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371600"/>
            <a:ext cx="768096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• 费曼：用自己的话把本课最核心的一个概念讲给同学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• 实训：完成本课实训任务（见任务书）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• 布鲁姆题：完成分层习题（见09题库）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• 提交：学习平台 / 课程仓库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2011680"/>
            <a:ext cx="7680960" cy="12801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1F4E79"/>
                </a:solidFill>
              </a:defRPr>
            </a:pPr>
            <a:r>
              <a:t>谢谢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3291840"/>
            <a:ext cx="768096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595959"/>
                </a:solidFill>
              </a:defRPr>
            </a:pPr>
            <a:r>
              <a:t>U15 · 课后请完成实训任务与费曼输出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