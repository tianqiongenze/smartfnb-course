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U11 事件驱动架构与Pulsar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《连锁餐饮智能体工程化项目实战》· 德国双元制项目课程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C0504D"/>
                </a:solidFill>
              </a:defRPr>
            </a:pPr>
            <a:r>
              <a:t>教学路径：理论讲授 → 演示实证 → 实训练习 → 费曼复述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事件驱动vs接口调用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同步调用：耦合高、雪崩风险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事件驱动：削峰、解耦、可重放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领域事件：库存消耗/预警/补货建议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Pulsar核心概念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Topic/Subscription/Shared订阅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生产者-消费者模型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HTTP生产网关（ADR-0014）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库存预警链路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库存服务写消耗→发事件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event-consumer订阅→计算理论消耗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异常差异→HIGH预警→0.3s响应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孤儿数据与兜底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有消耗无理论→999.9异常标记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事件丢失幂等补偿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对账Job兜底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实训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实现预警链路并验证0.3s响应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费曼5分钟 &amp; 课后任务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费曼：用自己的话把本课最核心的一个概念讲给同学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实训：完成本课实训任务（见任务书）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布鲁姆题：完成分层习题（见09题库）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提交：学习平台 / 课程仓库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U11 · 课后请完成实训任务与费曼输出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