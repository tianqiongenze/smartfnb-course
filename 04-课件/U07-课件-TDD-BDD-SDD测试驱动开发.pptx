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U07 TDD-BDD-SDD测试驱动开发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TDD：红-绿-重构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先写失败的测试（红）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最小实现让测试通过（绿）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重构优化保持绿灯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测试即文档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BDD：Gherkin场景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Given-When-Then自然语言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业务与开发共同语言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用例可执行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SDD：契约先行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先定API契约（OpenAPI/GraphQL schema）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前后端并行开发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Mock与契约测试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测试金字塔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单元测试多而快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集成测试居中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E2E少而稳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本项目：pytest 32+JUnit全覆盖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对领料接口做TDD闭环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写3条Gherkin场景并跑通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U07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