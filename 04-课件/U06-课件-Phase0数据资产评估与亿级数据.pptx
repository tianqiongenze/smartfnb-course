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U06 Phase0数据资产评估与亿级数据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Phase0：签约前的生死关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数据有没有？能不能用？值多少？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数据质量9项核验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结论写进合同附件→反P1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亿级数据从哪来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真实数据不足→合规模拟生成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1.34亿行：门店/商品/订单/消耗/库存流水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应用侧生成ID（TiDB无AUTO_RANDOM）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数据质量核验9项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完整性/一致性/唯一性/时效性...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抽检+脚本自动核验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核验报告进入Phase0交付物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防樱桃数据（反P5）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禁止只展示最好看的数据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全量数据+全量口径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测试集与训练集分离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运行亿级数据生成脚本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完成数据质量抽检表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U06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