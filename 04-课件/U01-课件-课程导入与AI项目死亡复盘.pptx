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U01 课程导入与AI项目死亡复盘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课程定位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高职AI/大数据专业核心项目实践课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以真实落地项目为载体：连锁餐饮智能体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64学时=理论24+实践32+答辩8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双元制：校内理论+企业实践交替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一个真实的死亡项目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签单120万→退款、道歉、重来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失败不是技术不行，而是工程不敬畏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复盘PDF：完整死亡与重生记录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先学失败，再学成功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AI项目七大反模式P1-P7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P1 签约前不做数据评估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P2 承诺技术细节而非业务结果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P3 无分阶段交付计划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P4 交付过程不透明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P5 樱桃数据（只报好数据）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P6 未声明数据依赖与降级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P7 主数据无标准（一品一码/别名/单位）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课程三大教学法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德国双元制：学校+企业双场所双导师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费曼学习法：每课'费曼5分钟'讲出来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布鲁姆认知模型：记忆→理解→应用→分析→评价→创造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考核方案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平时表现10%+实训任务30%+阶段项目25%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期末项目答辩25%+文档作品集10%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双元制双主体评分：企业导师60%+教师40%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U01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