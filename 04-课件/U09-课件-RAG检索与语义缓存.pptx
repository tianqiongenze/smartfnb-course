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U09 RAG检索与语义缓存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RAG三步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检索：Milvus向量库相似度TopK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增强：拼装上下文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生成：LLM带证据回答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防幻觉三件套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工具直答：数字从数据库来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数字溯源：答案带来源编号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数值守卫：±2%容差+单位变体+白名单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语义缓存实现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问题→crc32哈希256维向量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余弦相似度：命中0.93/拒绝0.80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未命中→LLM→异步add_pair回填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为什么会选crc32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Python内建hash()进程随机化→跨进程不一致的坑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嵌入模型太慢（40-100s/请求，CPU集群）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工程折中：快+稳+可复现（ADR-0013）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实现语义缓存命中验证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测量命中/未命中响应时间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U09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