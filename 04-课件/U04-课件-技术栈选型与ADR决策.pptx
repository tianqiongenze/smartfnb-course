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U04 技术栈选型与ADR决策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选型的约束思维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没有最好的技术，只有最合适的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约束：团队/运维/CPU代次/成本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用ADR记录：背景→决策→后果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后端选型实战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Java21+SpringBoot3.3+Undertow（弃Tomcat：虚拟线程+性能）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Python：Litestar+uvicorn（弃FastAPI：性能与生态；弃Granian：兼容缺陷）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教训：Granian与Litestar 2.x不兼容→ADR记录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前端与AI栈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Vue3+Element Plus+ECharts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LangGraph编排、Ollama/LiteLLM推理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模型分级：工具直答优先→小模型→大模型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ADR写作模板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背景（为什么决策）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决策（选了什么）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后果（代价与收益）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本课程要求每人写1条ADR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实训任务2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为本组一个模块做选型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写出1条完整ADR并互评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U04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