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U16 期末答辩与成果汇报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《连锁餐饮智能体工程化项目实战》· 德国双元制项目课程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C0504D"/>
                </a:solidFill>
              </a:defRPr>
            </a:pPr>
            <a:r>
              <a:t>教学路径：理论讲授 → 演示实证 → 实训练习 → 费曼复述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答辩要求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每组15分钟演示+10分钟答辩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双评委：企业导师+校内教师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评分：技术40%+工程规范30%+演示表达20%+创新10%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必演示清单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智能体对话（含数字溯源）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语义缓存命中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事件预警0.3s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压测数据对比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K8S部署与回滚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作品集提交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完整代码仓库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功能+性能双测试报告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Word/PDF文档包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费曼图谱+复盘报告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课程总结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从'怕出错'到'能兜底'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工程敬畏+数据敏感+测试先行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双元制：学校所学，企业所用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寄语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AI项目的竞争是工程能力的竞争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愿你交付的每个项目都经得起压测与复盘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费曼5分钟 &amp; 课后任务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费曼：用自己的话把本课最核心的一个概念讲给同学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实训：完成本课实训任务（见任务书）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布鲁姆题：完成分层习题（见09题库）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提交：学习平台 / 课程仓库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U16 · 课后请完成实训任务与费曼输出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