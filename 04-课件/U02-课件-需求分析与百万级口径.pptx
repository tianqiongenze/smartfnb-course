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U02 需求分析与百万级口径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为什么数据要敏感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AI项目80%的风险在数据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数据不可用=项目不可行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签约前必须做数据资产评估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百万级口径五项指标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100万注册用户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10万DAU / 2万在线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API 5-10K QPS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LLM 50-200 QPS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存储：亿级数据行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需求规格说明书要素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业务目标与范围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用户角色与用例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功能/非功能需求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验收标准（可量化）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反模式对应防线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P2：只承诺业务结果，不承诺技术细节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P6：声明数据依赖与降级路径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验收标准先行，避免'做出来不算数'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实训任务1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分组撰写《需求规格说明书》初稿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含口径5项指标+验收标准3条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U02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