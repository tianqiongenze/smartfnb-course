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U03 TOGAF总体架构与DDD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《连锁餐饮智能体工程化项目实战》· 德国双元制项目课程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C0504D"/>
                </a:solidFill>
              </a:defRPr>
            </a:pPr>
            <a:r>
              <a:t>教学路径：理论讲授 → 演示实证 → 实训练习 → 费曼复述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TOGAF ADM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架构愿景→业务架构→数据架构→应用架构→技术架构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四架构域协同设计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架构治理与ADR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DDD核心概念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限界上下文：采购/库存/预测/问答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六边形/整洁架构：领域核心+端口适配器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CQRS：命令与查询分离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本课程项目总体架构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BFF(GraphQL)→微服务→TiDB/Pulsar/Milvus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智能体侧：LangGraph+MCP+A2A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多级缓存L0-L4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CQRS与读写分离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写：命令侧走主库（TiDB primary）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读：查询侧走只读副本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海量报表查询不影响交易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实训：绘制架构图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用mermaid绘制本组项目架构图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标注限界上下文边界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下周企业导师点评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费曼5分钟 &amp; 课后任务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费曼：用自己的话把本课最核心的一个概念讲给同学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实训：完成本课实训任务（见任务书）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布鲁姆题：完成分层习题（见09题库）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提交：学习平台 / 课程仓库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U03 · 课后请完成实训任务与费曼输出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