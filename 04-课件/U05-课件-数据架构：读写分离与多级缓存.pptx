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U05 数据架构：读写分离与多级缓存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TiDB HTAP与读写分离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TiDB：分布式NewSQL，兼容MySQL协议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写走primary，读走只读副本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应用侧双数据源（主/从HikariCP）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多级缓存L0-L4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L0 浏览器/客户端缓存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L1 Caffeine进程内缓存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L2 Redis集群缓存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L3 TiDB行存/列存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L4 Milvus语义缓存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Redis集群与warmup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3主3从、16384槽位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亿级缓存预热warmup脚本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缓存击穿/穿透/雪崩对策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语义缓存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问题相似≠字面相同→语义匹配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crc32哈希嵌入（ADR-0013）：跨进程一致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命中阈值0.93，回复时间1s内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配置Redis集群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编写warmup脚本并验证命中率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U05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