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U08 Agent Harness工程化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为什么智能体会失控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无限循环调用工具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上下文爆炸token超限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错误后反复重试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答案无溯源、无人评审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Harness四要素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Budget：max_llm_calls=6/max_tokens=9000/连续错误≤2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Context：会话上下文裁剪+保留溯源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Loop：act→verify→reflect有界循环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Eval：100条评审集，意图/守卫/解析3个100%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LangGraph智能体编排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5意图路由：采购/差异/预测/FAQ/fallback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状态图而非自由对话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procurement_agent优先路由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工具直答优先策略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能查数据库就不问LLM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数字必须溯源到numtal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无工具理由白名单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调整budget参数并跑通eval集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对比收紧前后的token消耗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U08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