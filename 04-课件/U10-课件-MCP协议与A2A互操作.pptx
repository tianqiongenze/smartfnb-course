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U10 MCP协议与A2A互操作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《连锁餐饮智能体工程化项目实战》· 德国双元制项目课程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C0504D"/>
                </a:solidFill>
              </a:defRPr>
            </a:pPr>
            <a:r>
              <a:t>教学路径：理论讲授 → 演示实证 → 实训练习 → 费曼复述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MCP：模型上下文协议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LLM应用与工具/数据源的标准协议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Streamable-HTTP传输（2025-11-25版）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服务端：FastMCP开发12个工具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MCP工具设计要点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参数校验必须有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返回值序列化：Decimal→float/date→str（_sanitize）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工具描述即提示词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A2A：智能体互操作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AgentCard：/.well-known/agent-card.json自描述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message/send：JSON-RPC交互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3个skills声明：让别的智能体知道你会什么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MCP vs A2A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MCP：智能体↔工具（纵向）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A2A：智能体↔智能体（横向）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两者互补，不是替代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实训任务5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注册1个自定义MCP工具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完成两个智能体A2A对话并截图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费曼5分钟 &amp; 课后任务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费曼：用自己的话把本课最核心的一个概念讲给同学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实训：完成本课实训任务（见任务书）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布鲁姆题：完成分层习题（见09题库）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提交：学习平台 / 课程仓库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U10 · 课后请完成实训任务与费曼输出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