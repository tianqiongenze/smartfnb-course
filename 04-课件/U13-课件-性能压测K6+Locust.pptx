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U13 性能压测K6+Locust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压测双工具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K6：协议级，ramping-vus/恒定到达率/风暴场景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Locust：Python脚本，SSE+混合用户旅程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两者互补：吞吐精确性+用户真实性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七场景×五档梯度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50/100/200/500/1000并发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再加1万/10万并发风暴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每场景测RPS/p95/错误率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关键实测数据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S5峰值3764RPS/p95=86ms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开放模型3K目标实测1231RPS/p95=13.1s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10万VU连接0错误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服务容量≈2.2K RPS（CPU推理瓶颈）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连接容量vs服务容量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10万并发0错误：连接层扛得住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2.2K RPS：CPU推理是真实饱和点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诚实陈述两个口径→反樱桃数据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优化清单（V1→V2）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S4 638→1318RPS（×2.1）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显式谓词下推、批量SQL、缓存命中率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压测数据驱动优化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实训任务6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跑一轮全梯度压测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输出优化建议清单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U13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